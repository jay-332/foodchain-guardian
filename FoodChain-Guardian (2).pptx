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02E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16302E"/>
                </a:solidFill>
                <a:latin typeface="Cambria"/>
              </a:rPr>
              <a:t>Risk Distribution (18 items)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Level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BA-4EBC-867D-B59649119A6F}"/>
              </c:ext>
            </c:extLst>
          </c:dPt>
          <c:dPt>
            <c:idx val="1"/>
            <c:bubble3D val="0"/>
            <c:spPr>
              <a:solidFill>
                <a:srgbClr val="F2A7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BA-4EBC-867D-B59649119A6F}"/>
              </c:ext>
            </c:extLst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BA-4EBC-867D-B59649119A6F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CBA-4EBC-867D-B59649119A6F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CBA-4EBC-867D-B59649119A6F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CBA-4EBC-867D-B59649119A6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Safe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BA-4EBC-867D-B59649119A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212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754880" cy="4754880"/>
          </a:xfrm>
          <a:prstGeom prst="ellipse">
            <a:avLst/>
          </a:prstGeom>
          <a:solidFill>
            <a:srgbClr val="054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78440" y="-960120"/>
            <a:ext cx="3200400" cy="3200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054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502920" y="5806440"/>
            <a:ext cx="1920240" cy="19202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667512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54852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6705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MANAGEMENT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106424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FOODCHAIN</a:t>
            </a:r>
            <a:endParaRPr lang="en-US" sz="5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GUARDIAN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773430" y="2701671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7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Food Spoilage Monitoring System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225165"/>
            <a:ext cx="4114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3430" y="345414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</a:t>
            </a:r>
            <a:r>
              <a:rPr lang="en-US" sz="1300" i="1" dirty="0" err="1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Foodchain</a:t>
            </a:r>
            <a:r>
              <a:rPr lang="en-US" sz="1300" i="1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Guardian: spoilage caught by a manual check is spoilage caught too late, this system flags the risk while there's still time to act.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50054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054852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97280" y="45034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 — 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81279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 VS  •   Yashvi  •   Jai Aditya P  •   Akshara  •   Jaysukh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cold chain breaks quietly — and by the time anyone notices, it's too late.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9047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 Food Waste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7393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temperature control during storage and transport spoils food that could have been saved.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 Safety Risk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9757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spoilage that reaches consumers creates real foodborne-illness risk.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31927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Checks Fail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0273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milk sitting in high heat during transport degrades quickly — but traditional spot-checks only catch it after it has already spoiled.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793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23367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Early Warning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51713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continuous monitoring, teams find out about a problem only once it's unrecoverable.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4864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14807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Traceability Gaps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43153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and regulators need accurate, time-stamped records — something manual paper logs rarely provide reliably.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105156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01353C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01000" y="1051560"/>
            <a:ext cx="3611880" cy="5257800"/>
          </a:xfrm>
          <a:prstGeom prst="roundRect">
            <a:avLst>
              <a:gd name="adj" fmla="val 2025"/>
            </a:avLst>
          </a:prstGeom>
          <a:solidFill>
            <a:srgbClr val="013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321040" y="1280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ANSWER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1691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reactive checks to proactive detection — predict spoilage risk before food actually spoils.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321040" y="2788920"/>
            <a:ext cx="301752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21040" y="303580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522208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simulated sensor data, per food item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21040" y="360273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534095" y="3437567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Safe / Medium / High risk classification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321040" y="416966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534095" y="39547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7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email + SMS alerts when risk turns High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21040" y="4754880"/>
            <a:ext cx="301752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321040" y="493776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software-based cold-chain monitor that tracks temperature, humidity, and time elapsed — continuously, automatically.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FOODCHAIN GUARDIAN?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FoodChain Guardian is a software-based cold-chain monitoring system — no extra hardware required. It continuously tracks environmental conditions per food item and calculates a live spoilage-risk level, so problems are caught before they become waste.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continuously comparing live readings against safety thresholds, it flags problems in real time instead of relying on periodic manual checks — turning food safety from a guessing game into a monitored process.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1272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962656"/>
            <a:ext cx="6080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JavaScript, on Node.js + Express.js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3016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6080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a disciplined Git / GitHub workflow — feature branches, pull requests, code review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6309360" cy="1691640"/>
          </a:xfrm>
          <a:prstGeom prst="roundRect">
            <a:avLst>
              <a:gd name="adj" fmla="val 4324"/>
            </a:avLst>
          </a:prstGeom>
          <a:solidFill>
            <a:srgbClr val="E6F5F3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455371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64608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fridge holding chicken drifts to 9°C. FoodChain Guardian catches it, classifies it High Risk, logs it, and fires an alert — all before a human ever checks the thermometer.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23760" y="1143000"/>
            <a:ext cx="4434840" cy="51206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4980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1874520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E6F5F3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35240" y="206654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63524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1947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Simulation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258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realistic temp / humidity data per food type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715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0" y="2916936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F0FBF9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35240" y="31089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6352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2990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33009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classification: Safe / Medium / High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3758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3959352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E6F5F3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35240" y="415137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63524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032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43434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persists readings, results, alerts, logs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4800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98080" y="5001768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F0FBF9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35240" y="51937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63524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5074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138160" y="53858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status, history &amp; alerts, in the browser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" y="1417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4124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17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984248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realistic temperature &amp; humidity data streams per food type, including injected abnormal spikes and drops.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834640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simulated fridge holding chicken drifts from 4°C to 9°C overnight.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143000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56248" y="1417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5624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4173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1984248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risk engine scores each reading against temperature, humidity, storage time &amp; food-specific thresholds aligned with USDA / FSSAI guidance.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2834640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that same reading is instantly classified High Risk.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37307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4124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307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&amp; Log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297680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persists every reading, risk verdict, alert, and activity-log entry for full traceability.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148072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every verdict is timestamped, so nothing is lost after the fact.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456432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56248" y="37307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55624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7307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556248" y="4297680"/>
            <a:ext cx="4809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automatic email + SMS notifications the moment a High-risk condition is detected — with duplicate-alert prevention.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56248" y="5148072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the team is notified before the batch would otherwise be lost.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7900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four capabilities form one continuous pipeline — from a raw sensor reading to an actionable alert.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COLLABORATION WORKFLOW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runs on the same stack, coded together in VS Code — and every merge follows the same review discipline.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64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671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Express.js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414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language &amp; API 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9535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9260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00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historical logs, alerts &amp; food profiles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71246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6868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6850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JavaScript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593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front-end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47141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868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44398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71830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Feature-branch workflow for all 5 members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523036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6868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2029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4772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editor for the whole team — consistent linting, formatting &amp; extensions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155448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01353C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83680" y="235000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812280" y="223113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feature branch per member — feature/sensor, feature/risk-engine, feature/dashboard, feature/alerts-db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328269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12280" y="292552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meaningful commits per member — 100+ total across the team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421538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812280" y="3895344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+ code review required before merging into main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51480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812280" y="490418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modular folder structure — sensor_sim/, risk_engine/, dashboard/, alerts_db/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1891"/>
            <a:ext cx="3291840" cy="5727469"/>
          </a:xfrm>
          <a:prstGeom prst="roundRect">
            <a:avLst>
              <a:gd name="adj" fmla="val 2222"/>
            </a:avLst>
          </a:prstGeom>
          <a:solidFill>
            <a:srgbClr val="01353C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920240" y="15544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920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SHREYAS VS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971800"/>
            <a:ext cx="164592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Calculation Engine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</a:rPr>
              <a:t>SHREYAS VS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241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Calculation Engine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1600200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815084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89120" y="1815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55064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rule-based food spoilage risk calculation engine.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2542032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EFF8F6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2756916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389120" y="27569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596896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temperature, humidity, storage time &amp; food type as inputs, with validation for invalid values.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06240" y="3483864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0" y="369874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389120" y="36987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538728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food-specific conditions and thresholds for accurate risk calculation.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06240" y="4425696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EFF8F6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0" y="464058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389120" y="46405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4480560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risk scores and risk levels based on the input conditions.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06240" y="5367528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120" y="558241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389120" y="5582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5422392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the Risk Engine with the backend/API, including health-check functionality.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4182"/>
            <a:ext cx="3291840" cy="5755178"/>
          </a:xfrm>
          <a:prstGeom prst="roundRect">
            <a:avLst>
              <a:gd name="adj" fmla="val 2222"/>
            </a:avLst>
          </a:prstGeom>
          <a:solidFill>
            <a:srgbClr val="01353C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920240" y="15544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920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YASHVI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971800"/>
            <a:ext cx="164592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&amp; Styling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/>
              <a:t>YASHVI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4206240" y="10241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&amp; Styling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1600200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815084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89120" y="1815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55064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visual styling of the dashboard using CSS.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2542032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EFF8F6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2756916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389120" y="27569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596896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color palette, layout spacing, and typography for a clean interface.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06240" y="3483864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0" y="369874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389120" y="36987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538728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risk-status indicators for clear visual distinction (Safe / Medium / High).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06240" y="4425696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EFF8F6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0" y="464058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389120" y="46405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4480560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a consistent, responsive look across the dashboard.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06240" y="5367528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120" y="558241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389120" y="5582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5422392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Collaborated closely with Aditya’s HTML structure to bring the design to life.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4182"/>
            <a:ext cx="3291840" cy="5755178"/>
          </a:xfrm>
          <a:prstGeom prst="roundRect">
            <a:avLst>
              <a:gd name="adj" fmla="val 2222"/>
            </a:avLst>
          </a:prstGeom>
          <a:solidFill>
            <a:srgbClr val="01353C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920240" y="15544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920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 ADITYA 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971800"/>
            <a:ext cx="164592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Index &amp; HTML Structure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77772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</a:rPr>
              <a:t>JAI ADITYA P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241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Index &amp; HTML Structure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1600200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815084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89120" y="1815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55064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dashboard’s index page structure using HTML.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2542032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EFF8F6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2756916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389120" y="27569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596896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the layout for live status, history, and alerts sections.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06240" y="3483864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0" y="369874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389120" y="36987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538728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semantic, well-structured markup for the dashboard.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06240" y="4425696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EFF8F6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0" y="464058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389120" y="46405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4480560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closely with Yashvi’s CSS styling to assemble the complete front-end page.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06240" y="5367528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120" y="558241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389120" y="5582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5422392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page framework that ties together the dashboard’s interactive elements.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4945"/>
            <a:ext cx="3291840" cy="5764415"/>
          </a:xfrm>
          <a:prstGeom prst="roundRect">
            <a:avLst>
              <a:gd name="adj" fmla="val 2222"/>
            </a:avLst>
          </a:prstGeom>
          <a:solidFill>
            <a:srgbClr val="01353C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920240" y="15544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920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AKSHARA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971800"/>
            <a:ext cx="164592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Database / Logging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</a:rPr>
              <a:t>AKSHARA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241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Database / Logging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1600200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815084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89120" y="1815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55064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SQLite schema: readings, risk_results, alerts, activity_log tables.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2542032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EFF8F6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2756916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389120" y="27569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596896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validated insert / query functions with full error handling.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06240" y="3483864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0" y="369874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389120" y="36987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538728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High-risk alerts (email + SMS) with duplicate-notification prevention.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06240" y="4425696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EFF8F6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0" y="464058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389120" y="46405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4480560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automated tests passing (8 original + 3 added).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06240" y="5367528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120" y="558241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389120" y="5582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5422392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DB viewer and data-entry tool for manual QA and demos.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54182"/>
            <a:ext cx="3291840" cy="5755178"/>
          </a:xfrm>
          <a:prstGeom prst="roundRect">
            <a:avLst>
              <a:gd name="adj" fmla="val 2222"/>
            </a:avLst>
          </a:prstGeom>
          <a:solidFill>
            <a:srgbClr val="01353C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920240" y="15544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920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JAYSUKH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371600" y="2971800"/>
            <a:ext cx="164592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&amp; Web Polish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457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</a:rPr>
              <a:t>JAYSUKH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0241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&amp; Web Polish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1600200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0" y="1815084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89120" y="1815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655064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the backend of the project.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06240" y="2542032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EFF8F6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9120" y="2756916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389120" y="27569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596896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server-side integration connecting the front-end, Risk Engine, and database.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06240" y="3483864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0" y="3698748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389120" y="36987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538728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and refined the overall web application for a smoother user experience.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06240" y="4425696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EFF8F6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389120" y="4640580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389120" y="46405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4480560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testing and QA ahead of release/submission.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06240" y="5367528"/>
            <a:ext cx="7452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89120" y="5582412"/>
            <a:ext cx="347472" cy="34747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389120" y="5582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5422392"/>
            <a:ext cx="6583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documentation, including the README and setup instructions.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WORKING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691640"/>
            <a:ext cx="96469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0" y="2514600"/>
            <a:ext cx="1234440" cy="1234440"/>
          </a:xfrm>
          <a:prstGeom prst="ellipse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79008" y="2907792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61888" y="2788920"/>
            <a:ext cx="292608" cy="146304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89320" y="2999232"/>
            <a:ext cx="237744" cy="237744"/>
          </a:xfrm>
          <a:prstGeom prst="ellipse">
            <a:avLst/>
          </a:prstGeom>
          <a:solidFill>
            <a:srgbClr val="E6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194560" y="379476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PHOTO / SCREENSHOT HERE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4224528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the live dashboard, a terminal run, or the team demoing the working model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7AF22B-E2E9-6A8B-0291-FE2CE798A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" y="1051561"/>
            <a:ext cx="9646920" cy="51408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from node demo.js — 18 items run through the full pipeline.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709160"/>
          </a:xfrm>
          <a:prstGeom prst="roundRect">
            <a:avLst>
              <a:gd name="adj" fmla="val 1359"/>
            </a:avLst>
          </a:prstGeom>
          <a:solidFill>
            <a:srgbClr val="0B1B1A"/>
          </a:solidFill>
          <a:ln/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1783080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34440" y="1783080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9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demo.js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454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791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[chicken]   Temp: 9.2°C  Humidity: 88%  →  HIGH RISK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0129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⚠ Alert dispatched: email + SMS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467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[salmon]    Temp: 8.6°C  Humidity: 91%  →  HIGH RISK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804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⚠ Alert dispatched: email + SMS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142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[lettuce]   Temp: 12.1°C Humidity: 95% →  HIGH RISK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3479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⚠ Alert dispatched: email + SMS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817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E5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[apple]     Temp: 4.1°C  Humidity: 60% →  SAFE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0154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[bread]     Temp: 21.0°C Humidity: 45% →  MEDIUM RISK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49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6829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items processed — 5 High / 4 Medium / 9 Safe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178040" y="1600200"/>
          <a:ext cx="44805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7178040" y="5715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real 18-item demo dataset used in Member 4's test suite.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3657600" cy="36576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054852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5568" y="1847088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1556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8288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Pipeline Integrated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00600" y="1810512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01353C"/>
          </a:solidFill>
          <a:ln w="952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00600" y="1810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Modules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2487168"/>
            <a:ext cx="4526280" cy="0"/>
          </a:xfrm>
          <a:prstGeom prst="line">
            <a:avLst/>
          </a:prstGeom>
          <a:noFill/>
          <a:ln w="12700">
            <a:solidFill>
              <a:srgbClr val="0C5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97280" y="263347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simulation → risk engine → database → dashboard → alerts, all working end to end.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054852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56248" y="1847088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5624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8288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 SCM Practice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241280" y="1810512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01353C"/>
          </a:solidFill>
          <a:ln w="952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241280" y="1810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Commits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2487168"/>
            <a:ext cx="4526280" cy="0"/>
          </a:xfrm>
          <a:prstGeom prst="line">
            <a:avLst/>
          </a:prstGeom>
          <a:noFill/>
          <a:ln w="12700">
            <a:solidFill>
              <a:srgbClr val="0C5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537960" y="263347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branches, pull requests, and code review before every merge across the team.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97764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054852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15568" y="4270248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115568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2519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&amp; Tested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00600" y="4233672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01353C"/>
          </a:solidFill>
          <a:ln w="952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800600" y="42336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all tests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97280" y="4910328"/>
            <a:ext cx="4526280" cy="0"/>
          </a:xfrm>
          <a:prstGeom prst="line">
            <a:avLst/>
          </a:prstGeom>
          <a:noFill/>
          <a:ln w="12700">
            <a:solidFill>
              <a:srgbClr val="0C5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097280" y="505663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covering core logic on the alerts/database module.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397764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054852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5400000" algn="bl" rotWithShape="0">
              <a:srgbClr val="01353C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56248" y="4270248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556248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13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425196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Alerting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241280" y="4233672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01353C"/>
          </a:solidFill>
          <a:ln w="952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0241280" y="42336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 Alerts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37960" y="4910328"/>
            <a:ext cx="4526280" cy="0"/>
          </a:xfrm>
          <a:prstGeom prst="line">
            <a:avLst/>
          </a:prstGeom>
          <a:noFill/>
          <a:ln w="12700">
            <a:solidFill>
              <a:srgbClr val="0C5D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537960" y="505663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conditions trigger Email and SMS notifications automatically, with duplicate prevention.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3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4206240" cy="4206240"/>
          </a:xfrm>
          <a:prstGeom prst="ellipse">
            <a:avLst/>
          </a:prstGeom>
          <a:solidFill>
            <a:srgbClr val="054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54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822960" y="5029200"/>
            <a:ext cx="2103120" cy="21031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5641848" y="3931920"/>
            <a:ext cx="9144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4069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1461</Words>
  <Application>Microsoft Office PowerPoint</Application>
  <PresentationFormat>Widescreen</PresentationFormat>
  <Paragraphs>235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 Aditya P</cp:lastModifiedBy>
  <cp:revision>8</cp:revision>
  <dcterms:created xsi:type="dcterms:W3CDTF">2026-08-31T18:04:27Z</dcterms:created>
  <dcterms:modified xsi:type="dcterms:W3CDTF">2026-09-01T06:12:24Z</dcterms:modified>
</cp:coreProperties>
</file>